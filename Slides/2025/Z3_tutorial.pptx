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1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5A9D-53BA-B438-F969-977B23DEF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7259F-FAD1-AE1C-2148-B55379A9E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3A4EC-A2E0-4AF1-7F74-A439E2FB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C8CF9-2DAD-A94D-C446-FEAEB1CA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2656F-81D2-9ABB-F584-75832C43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5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8B59-AF0E-EBAF-F702-659D9054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F984-91FD-245F-5989-9D9AFB668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F1041-E384-6A05-6742-52FAA4A7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7EDE-9454-16E9-BF06-BD36D610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EBB4-8898-CECB-4412-380FB61C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3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2BF9-6183-3E12-7F3D-9586479F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EF1DE-4631-49F8-3635-85B8BD846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6DC45-EA67-B0EA-D181-D1759F13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F10AE-EA22-A7B5-E711-85E2D7E57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044F-0B0F-AF8A-EA99-240909F0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7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7F0A-941F-996E-AC3F-E5300259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8087-3714-DDDB-DBE3-07329F1FF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7B468-D7DE-930C-392F-87B756E2B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304B-3FBC-B40D-5D4D-EE45F0C1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35149-0C9A-0244-1B1D-44840CAE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3EC32-2176-5CC0-5CA0-FE34AAD5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7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CA6F-3C65-129D-3630-D7D4789F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7776B-8046-FDA2-FF6F-3EFE39D28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8C6E1-A22F-3909-5A72-89DE66B3A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4C4CD-55A4-B735-27CA-945866064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E3EC2-25BD-E364-A6F2-B793A5C3A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E026C-A2E3-DE19-E7EE-FF653AAA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228D4-8727-35D6-4577-B39C1651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3DA47-8E51-AA19-DA73-A1BB6C2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8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0D21-0492-0DBE-6AE7-85148D67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D594A-A8D2-754A-E0C7-69C6397D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598DA-05B2-2609-A039-FFE11666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40098-AFDC-ACBE-60DF-FAE20753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8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3D603-75D1-5704-4223-CDFAC0E5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52001-AAA9-59AA-04B0-6AADE2B9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78EA0-4008-DFA1-30E6-7E651F788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0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17BF-D1C5-937A-689A-87534577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3A77-48B4-EA4E-4BA3-70B9E804D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6FFF7-6D64-D4F1-5687-8FEBB91F0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3F8FF-ACA3-DF4A-08AA-63F7DB19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DC4A6-44FD-59B5-2B93-B7F180C3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3DB32-2FAE-6F18-0ACE-DFE7DB8B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2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A3A4-934F-7CFA-2EEB-9721739C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DF285-DB8F-9041-F5B6-ECA97E4EB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5AD75-FEFB-DF3F-D00B-8AB6FB608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77E82-4F65-8EF8-A096-469071AC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064BA-0ABD-04D7-5CD2-7E876569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60087-3C5E-EA42-3654-94FE4E48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6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55E4-8805-D260-3232-DD061EA9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4ECA3-C700-85FB-F98A-28FFF1310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E0EC4-C5BC-1672-3CE0-F5A5D10E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385C2-4E21-0489-C502-7EB75ABC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7852D-2E6A-CFFB-F86F-9E133A75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83B0D-4EE8-2BEE-59DB-5C703B16E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F5A4F-4BF2-E50E-4053-E3087E92F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1021-AF42-42BA-1E0B-E7B26C7B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972EF-CCB1-0868-BC23-684CCA87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7CB95-AFDD-C63F-4333-14DD9074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8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869D9-C194-766F-7E85-F4021172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C17D8-F739-41AA-E306-808B20DA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0B50-425E-CA71-85B8-DB875B3F2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CD57-86C2-5C48-9F90-818076DDD80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1AB46-9E41-3121-7795-A8266D391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20125-078B-C3F3-8826-5612D8E7C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9F695-4C6D-1845-BED3-6EB1D4B2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2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9175-6D1A-C2BF-F9A2-4CC62C76F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Z3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18ED4-9B18-4148-E679-DEA53B9D8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Chenxi Ji</a:t>
            </a:r>
          </a:p>
        </p:txBody>
      </p:sp>
    </p:spTree>
    <p:extLst>
      <p:ext uri="{BB962C8B-B14F-4D97-AF65-F5344CB8AC3E}">
        <p14:creationId xmlns:p14="http://schemas.microsoft.com/office/powerpoint/2010/main" val="264784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03DF-D22C-88A1-AEFE-A568FDE9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DF2A-83D8-889F-25B4-2BDEEDA3B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Int, Bool, Real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70CF18-5049-881E-8C4F-59165A2C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81" y="2414484"/>
            <a:ext cx="16129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1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2D32-AE69-C771-58C3-50C8C45A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Math Expression and Simplify It</a:t>
            </a:r>
          </a:p>
        </p:txBody>
      </p:sp>
      <p:pic>
        <p:nvPicPr>
          <p:cNvPr id="5" name="Picture 4" descr="A number and symbols on a white background&#10;&#10;AI-generated content may be incorrect.">
            <a:extLst>
              <a:ext uri="{FF2B5EF4-FFF2-40B4-BE49-F238E27FC236}">
                <a16:creationId xmlns:a16="http://schemas.microsoft.com/office/drawing/2014/main" id="{6D450D00-38CD-3C6D-1D3C-9ED63EEF3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18" y="1890732"/>
            <a:ext cx="9457493" cy="153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1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55BF-5C8D-94BB-D078-577DF6F48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EF23-D49E-C679-BC11-308E88E1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Constraints and Solve a Solution</a:t>
            </a:r>
          </a:p>
        </p:txBody>
      </p:sp>
      <p:pic>
        <p:nvPicPr>
          <p:cNvPr id="4" name="Picture 3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C29200F3-FF73-559B-A1E1-724CF2B5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977893" cy="17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0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C6CD-ABCB-3ABD-58C1-5BABF109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CFFB-C013-AE6F-6EEF-47F8B709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Boolean Constraints</a:t>
            </a:r>
          </a:p>
        </p:txBody>
      </p:sp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BD8C760E-8418-123F-94A9-38E2B13A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64934"/>
            <a:ext cx="8473023" cy="18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6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C160-D76D-CB8F-DD8D-79381E04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– Bound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2621-8B7A-85E8-708A-E9382E57E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 Expression: For all </a:t>
            </a:r>
            <a:r>
              <a:rPr lang="en-US" dirty="0" err="1"/>
              <a:t>i</a:t>
            </a:r>
            <a:r>
              <a:rPr lang="en-US" dirty="0"/>
              <a:t> in [0, N-1], 0&lt;=x[</a:t>
            </a:r>
            <a:r>
              <a:rPr lang="en-US" dirty="0" err="1"/>
              <a:t>i</a:t>
            </a:r>
            <a:r>
              <a:rPr lang="en-US" dirty="0"/>
              <a:t>]&lt;K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Construct a list to store all constraints</a:t>
            </a:r>
          </a:p>
          <a:p>
            <a:pPr lvl="1"/>
            <a:r>
              <a:rPr lang="en-US" dirty="0"/>
              <a:t>Provide constraints for each x[</a:t>
            </a:r>
            <a:r>
              <a:rPr lang="en-US" dirty="0" err="1"/>
              <a:t>i</a:t>
            </a:r>
            <a:r>
              <a:rPr lang="en-US" dirty="0"/>
              <a:t>]: And(x[</a:t>
            </a:r>
            <a:r>
              <a:rPr lang="en-US" dirty="0" err="1"/>
              <a:t>i</a:t>
            </a:r>
            <a:r>
              <a:rPr lang="en-US" dirty="0"/>
              <a:t>]&gt;=0,x[</a:t>
            </a:r>
            <a:r>
              <a:rPr lang="en-US" dirty="0" err="1"/>
              <a:t>i</a:t>
            </a:r>
            <a:r>
              <a:rPr lang="en-US" dirty="0"/>
              <a:t>]&lt;K)</a:t>
            </a:r>
          </a:p>
          <a:p>
            <a:pPr lvl="1"/>
            <a:r>
              <a:rPr lang="en-US" dirty="0"/>
              <a:t>Combine all constraints together (And relation)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42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CC83-2064-5F14-C9D8-311CD9DA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– </a:t>
            </a:r>
            <a:r>
              <a:rPr lang="en-US" dirty="0" err="1"/>
              <a:t>has_token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549A-0717-5902-1903-9CA99959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 Expression: 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i</a:t>
            </a:r>
            <a:r>
              <a:rPr lang="en-US" dirty="0"/>
              <a:t>==0 and x[</a:t>
            </a:r>
            <a:r>
              <a:rPr lang="en-US" dirty="0" err="1"/>
              <a:t>i</a:t>
            </a:r>
            <a:r>
              <a:rPr lang="en-US" dirty="0"/>
              <a:t>]==x[N-1], then return True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i</a:t>
            </a:r>
            <a:r>
              <a:rPr lang="en-US" dirty="0"/>
              <a:t>!=0 and x[</a:t>
            </a:r>
            <a:r>
              <a:rPr lang="en-US" dirty="0" err="1"/>
              <a:t>i</a:t>
            </a:r>
            <a:r>
              <a:rPr lang="en-US" dirty="0"/>
              <a:t>]!=x[i-1], then return True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Consider case 1: And(</a:t>
            </a:r>
            <a:r>
              <a:rPr lang="en-US" dirty="0" err="1"/>
              <a:t>i</a:t>
            </a:r>
            <a:r>
              <a:rPr lang="en-US" dirty="0"/>
              <a:t>==0, x[</a:t>
            </a:r>
            <a:r>
              <a:rPr lang="en-US" dirty="0" err="1"/>
              <a:t>i</a:t>
            </a:r>
            <a:r>
              <a:rPr lang="en-US" dirty="0"/>
              <a:t>]==x[N-1])</a:t>
            </a:r>
          </a:p>
          <a:p>
            <a:pPr lvl="1"/>
            <a:r>
              <a:rPr lang="en-US" dirty="0"/>
              <a:t>Consider case 2: And(Not(</a:t>
            </a:r>
            <a:r>
              <a:rPr lang="en-US" dirty="0" err="1"/>
              <a:t>i</a:t>
            </a:r>
            <a:r>
              <a:rPr lang="en-US" dirty="0"/>
              <a:t>==0), Not(x[</a:t>
            </a:r>
            <a:r>
              <a:rPr lang="en-US" dirty="0" err="1"/>
              <a:t>i</a:t>
            </a:r>
            <a:r>
              <a:rPr lang="en-US" dirty="0"/>
              <a:t>]==x[i-1]))</a:t>
            </a:r>
          </a:p>
          <a:p>
            <a:pPr lvl="1"/>
            <a:r>
              <a:rPr lang="en-US" dirty="0"/>
              <a:t>Combine two cases (Or relation)</a:t>
            </a:r>
          </a:p>
        </p:txBody>
      </p:sp>
    </p:spTree>
    <p:extLst>
      <p:ext uri="{BB962C8B-B14F-4D97-AF65-F5344CB8AC3E}">
        <p14:creationId xmlns:p14="http://schemas.microsoft.com/office/powerpoint/2010/main" val="131554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9AB1-66EA-319A-1C96-65B11DF6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3DB1-7AE8-CAC8-26B0-80FC15C3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– </a:t>
            </a:r>
            <a:r>
              <a:rPr lang="en-US" dirty="0" err="1"/>
              <a:t>legal_config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9044-88F6-9103-5AD7-46C626553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 Expression: </a:t>
            </a:r>
          </a:p>
          <a:p>
            <a:pPr lvl="1"/>
            <a:r>
              <a:rPr lang="en-US" dirty="0"/>
              <a:t>Sum of </a:t>
            </a:r>
            <a:r>
              <a:rPr lang="en-US" dirty="0" err="1"/>
              <a:t>has_token</a:t>
            </a:r>
            <a:r>
              <a:rPr lang="en-US" dirty="0"/>
              <a:t>(</a:t>
            </a:r>
            <a:r>
              <a:rPr lang="en-US" dirty="0" err="1"/>
              <a:t>x,i</a:t>
            </a:r>
            <a:r>
              <a:rPr lang="en-US" dirty="0"/>
              <a:t>) for all </a:t>
            </a:r>
            <a:r>
              <a:rPr lang="en-US" dirty="0" err="1"/>
              <a:t>i</a:t>
            </a:r>
            <a:r>
              <a:rPr lang="en-US" dirty="0"/>
              <a:t> in [0, N-1], denote as </a:t>
            </a:r>
            <a:r>
              <a:rPr lang="en-US" dirty="0" err="1"/>
              <a:t>Args</a:t>
            </a:r>
            <a:r>
              <a:rPr lang="en-US" dirty="0"/>
              <a:t>. If </a:t>
            </a:r>
            <a:r>
              <a:rPr lang="en-US" dirty="0" err="1"/>
              <a:t>Args</a:t>
            </a:r>
            <a:r>
              <a:rPr lang="en-US" dirty="0"/>
              <a:t>==1, then return True; else return False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Generate a list of output of </a:t>
            </a:r>
            <a:r>
              <a:rPr lang="en-US" dirty="0" err="1"/>
              <a:t>has_token</a:t>
            </a:r>
            <a:r>
              <a:rPr lang="en-US" dirty="0"/>
              <a:t> function: </a:t>
            </a:r>
          </a:p>
          <a:p>
            <a:pPr lvl="2"/>
            <a:r>
              <a:rPr lang="en-US" dirty="0" err="1"/>
              <a:t>args</a:t>
            </a:r>
            <a:r>
              <a:rPr lang="en-US" dirty="0"/>
              <a:t> = [</a:t>
            </a:r>
            <a:r>
              <a:rPr lang="en-US" dirty="0" err="1"/>
              <a:t>has_token</a:t>
            </a:r>
            <a:r>
              <a:rPr lang="en-US" dirty="0"/>
              <a:t>(x, </a:t>
            </a:r>
            <a:r>
              <a:rPr lang="en-US" dirty="0" err="1"/>
              <a:t>i</a:t>
            </a:r>
            <a:r>
              <a:rPr lang="en-US" dirty="0"/>
              <a:t>) for </a:t>
            </a:r>
            <a:r>
              <a:rPr lang="en-US" dirty="0" err="1"/>
              <a:t>i</a:t>
            </a:r>
            <a:r>
              <a:rPr lang="en-US" dirty="0"/>
              <a:t> in range(0, N)]</a:t>
            </a:r>
          </a:p>
          <a:p>
            <a:pPr lvl="1"/>
            <a:r>
              <a:rPr lang="en-US" dirty="0"/>
              <a:t>Sum of </a:t>
            </a:r>
            <a:r>
              <a:rPr lang="en-US" dirty="0" err="1"/>
              <a:t>args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&lt;=1</a:t>
            </a:r>
            <a:r>
              <a:rPr lang="en-US" dirty="0"/>
              <a:t>: </a:t>
            </a:r>
            <a:r>
              <a:rPr lang="en-US" dirty="0" err="1"/>
              <a:t>AtMost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 + [1])</a:t>
            </a:r>
          </a:p>
          <a:p>
            <a:pPr lvl="1"/>
            <a:r>
              <a:rPr lang="en-US" dirty="0"/>
              <a:t>Sum of </a:t>
            </a:r>
            <a:r>
              <a:rPr lang="en-US" dirty="0" err="1"/>
              <a:t>args</a:t>
            </a:r>
            <a:r>
              <a:rPr lang="en-US" dirty="0"/>
              <a:t> &gt;=1: </a:t>
            </a:r>
            <a:r>
              <a:rPr lang="en-US" dirty="0" err="1"/>
              <a:t>AtLeast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 + [1])</a:t>
            </a:r>
          </a:p>
          <a:p>
            <a:pPr lvl="1"/>
            <a:r>
              <a:rPr lang="en-US" dirty="0"/>
              <a:t>Combine them together(And relation)</a:t>
            </a:r>
          </a:p>
        </p:txBody>
      </p:sp>
    </p:spTree>
    <p:extLst>
      <p:ext uri="{BB962C8B-B14F-4D97-AF65-F5344CB8AC3E}">
        <p14:creationId xmlns:p14="http://schemas.microsoft.com/office/powerpoint/2010/main" val="123124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8C34-622B-B6A5-9B8A-54C3294C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9E89-F4F3-CE73-1500-543B2BB2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– </a:t>
            </a:r>
            <a:r>
              <a:rPr lang="en-US" dirty="0" err="1"/>
              <a:t>transition_relation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A2D48-BC78-BA48-EA61-E21C2DFE7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Math Expression: </a:t>
            </a:r>
          </a:p>
          <a:p>
            <a:pPr lvl="1"/>
            <a:r>
              <a:rPr lang="en-US" dirty="0"/>
              <a:t>If node 0 </a:t>
            </a:r>
            <a:r>
              <a:rPr lang="en-US" dirty="0" err="1"/>
              <a:t>has_token</a:t>
            </a:r>
            <a:r>
              <a:rPr lang="en-US" dirty="0"/>
              <a:t>, then </a:t>
            </a:r>
            <a:r>
              <a:rPr lang="en-US" dirty="0" err="1"/>
              <a:t>new_x</a:t>
            </a:r>
            <a:r>
              <a:rPr lang="en-US" dirty="0"/>
              <a:t>[0]==(</a:t>
            </a:r>
            <a:r>
              <a:rPr lang="en-US" dirty="0" err="1"/>
              <a:t>old_x</a:t>
            </a:r>
            <a:r>
              <a:rPr lang="en-US" dirty="0"/>
              <a:t>[0]+1)%K</a:t>
            </a:r>
          </a:p>
          <a:p>
            <a:pPr lvl="1"/>
            <a:r>
              <a:rPr lang="en-US" dirty="0"/>
              <a:t>Else for node 0, </a:t>
            </a:r>
            <a:r>
              <a:rPr lang="en-US" dirty="0" err="1"/>
              <a:t>new_x</a:t>
            </a:r>
            <a:r>
              <a:rPr lang="en-US" dirty="0"/>
              <a:t>[0]==</a:t>
            </a:r>
            <a:r>
              <a:rPr lang="en-US" dirty="0" err="1"/>
              <a:t>old_x</a:t>
            </a:r>
            <a:r>
              <a:rPr lang="en-US" dirty="0"/>
              <a:t>[0]</a:t>
            </a:r>
          </a:p>
          <a:p>
            <a:pPr lvl="1"/>
            <a:r>
              <a:rPr lang="en-US" dirty="0"/>
              <a:t>If node </a:t>
            </a:r>
            <a:r>
              <a:rPr lang="en-US" dirty="0" err="1"/>
              <a:t>i</a:t>
            </a:r>
            <a:r>
              <a:rPr lang="en-US" dirty="0"/>
              <a:t>!=0 has token, then </a:t>
            </a:r>
            <a:r>
              <a:rPr lang="en-US" dirty="0" err="1"/>
              <a:t>new_x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]==</a:t>
            </a:r>
            <a:r>
              <a:rPr lang="en-US" dirty="0" err="1"/>
              <a:t>old_x</a:t>
            </a:r>
            <a:r>
              <a:rPr lang="en-US" dirty="0"/>
              <a:t>[i-1]</a:t>
            </a:r>
          </a:p>
          <a:p>
            <a:pPr lvl="1"/>
            <a:r>
              <a:rPr lang="en-US" dirty="0"/>
              <a:t>Else for node </a:t>
            </a:r>
            <a:r>
              <a:rPr lang="en-US" dirty="0" err="1"/>
              <a:t>i</a:t>
            </a:r>
            <a:r>
              <a:rPr lang="en-US" dirty="0"/>
              <a:t>!=0, then </a:t>
            </a:r>
            <a:r>
              <a:rPr lang="en-US" dirty="0" err="1"/>
              <a:t>new_x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]==</a:t>
            </a:r>
            <a:r>
              <a:rPr lang="en-US" dirty="0" err="1"/>
              <a:t>old_x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Steps :</a:t>
            </a:r>
          </a:p>
          <a:p>
            <a:pPr lvl="1"/>
            <a:r>
              <a:rPr lang="en-US" dirty="0"/>
              <a:t>Case0_1=And(</a:t>
            </a:r>
            <a:r>
              <a:rPr lang="en-US" dirty="0" err="1"/>
              <a:t>has_token</a:t>
            </a:r>
            <a:r>
              <a:rPr lang="en-US" dirty="0"/>
              <a:t>(old_x,0), </a:t>
            </a:r>
            <a:r>
              <a:rPr lang="en-US" dirty="0" err="1"/>
              <a:t>new_x</a:t>
            </a:r>
            <a:r>
              <a:rPr lang="en-US" dirty="0"/>
              <a:t>[0]==(</a:t>
            </a:r>
            <a:r>
              <a:rPr lang="en-US" dirty="0" err="1"/>
              <a:t>old_x</a:t>
            </a:r>
            <a:r>
              <a:rPr lang="en-US" dirty="0"/>
              <a:t>[0]+1)%K)</a:t>
            </a:r>
          </a:p>
          <a:p>
            <a:pPr lvl="1"/>
            <a:r>
              <a:rPr lang="en-US" dirty="0"/>
              <a:t>Case0_2=And(Not(</a:t>
            </a:r>
            <a:r>
              <a:rPr lang="en-US" dirty="0" err="1"/>
              <a:t>has_token</a:t>
            </a:r>
            <a:r>
              <a:rPr lang="en-US" dirty="0"/>
              <a:t>(old_x,0)), </a:t>
            </a:r>
            <a:r>
              <a:rPr lang="en-US" dirty="0" err="1"/>
              <a:t>new_x</a:t>
            </a:r>
            <a:r>
              <a:rPr lang="en-US" dirty="0"/>
              <a:t>[0]==</a:t>
            </a:r>
            <a:r>
              <a:rPr lang="en-US" dirty="0" err="1"/>
              <a:t>old_x</a:t>
            </a:r>
            <a:r>
              <a:rPr lang="en-US" dirty="0"/>
              <a:t>[0])</a:t>
            </a:r>
          </a:p>
          <a:p>
            <a:pPr lvl="1"/>
            <a:r>
              <a:rPr lang="en-US" dirty="0"/>
              <a:t>Node_0 = Or(Case0_1, Case0_2)</a:t>
            </a:r>
          </a:p>
          <a:p>
            <a:pPr lvl="1"/>
            <a:r>
              <a:rPr lang="en-US" dirty="0"/>
              <a:t>Casei_1=And(</a:t>
            </a:r>
            <a:r>
              <a:rPr lang="en-US" dirty="0" err="1"/>
              <a:t>has_token</a:t>
            </a:r>
            <a:r>
              <a:rPr lang="en-US" dirty="0"/>
              <a:t>(</a:t>
            </a:r>
            <a:r>
              <a:rPr lang="en-US" dirty="0" err="1"/>
              <a:t>old_x,i</a:t>
            </a:r>
            <a:r>
              <a:rPr lang="en-US" dirty="0"/>
              <a:t>), </a:t>
            </a:r>
            <a:r>
              <a:rPr lang="en-US" dirty="0" err="1"/>
              <a:t>new_x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]==</a:t>
            </a:r>
            <a:r>
              <a:rPr lang="en-US" dirty="0" err="1"/>
              <a:t>old_x</a:t>
            </a:r>
            <a:r>
              <a:rPr lang="en-US" dirty="0"/>
              <a:t>[i-1])</a:t>
            </a:r>
          </a:p>
          <a:p>
            <a:pPr lvl="1"/>
            <a:r>
              <a:rPr lang="en-US" dirty="0"/>
              <a:t>Casei_2=And(Not(</a:t>
            </a:r>
            <a:r>
              <a:rPr lang="en-US" dirty="0" err="1"/>
              <a:t>has_token</a:t>
            </a:r>
            <a:r>
              <a:rPr lang="en-US" dirty="0"/>
              <a:t>(</a:t>
            </a:r>
            <a:r>
              <a:rPr lang="en-US" dirty="0" err="1"/>
              <a:t>old_x,i</a:t>
            </a:r>
            <a:r>
              <a:rPr lang="en-US" dirty="0"/>
              <a:t>)), </a:t>
            </a:r>
            <a:r>
              <a:rPr lang="en-US" dirty="0" err="1"/>
              <a:t>new_x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]==</a:t>
            </a:r>
            <a:r>
              <a:rPr lang="en-US" dirty="0" err="1"/>
              <a:t>old_x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1"/>
            <a:r>
              <a:rPr lang="en-US" dirty="0" err="1"/>
              <a:t>Node_i</a:t>
            </a:r>
            <a:r>
              <a:rPr lang="en-US" dirty="0"/>
              <a:t> = Or(Casei_1,Casei_2)</a:t>
            </a:r>
          </a:p>
          <a:p>
            <a:pPr lvl="1"/>
            <a:r>
              <a:rPr lang="en-US" dirty="0"/>
              <a:t>Combine constraints on all nodes together(And relation)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7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531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Z3 tutorial</vt:lpstr>
      <vt:lpstr>Type of Variables</vt:lpstr>
      <vt:lpstr>Define Math Expression and Simplify It</vt:lpstr>
      <vt:lpstr>Define Constraints and Solve a Solution</vt:lpstr>
      <vt:lpstr>Solve Boolean Constraints</vt:lpstr>
      <vt:lpstr>Dijkstra – Bound function</vt:lpstr>
      <vt:lpstr>Dijkstra – has_token function</vt:lpstr>
      <vt:lpstr>Dijkstra – legal_config function</vt:lpstr>
      <vt:lpstr>Dijkstra – transition_relation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Ji, Chenxi</dc:creator>
  <cp:lastModifiedBy>Ji, Chenxi</cp:lastModifiedBy>
  <cp:revision>1</cp:revision>
  <dcterms:created xsi:type="dcterms:W3CDTF">2025-09-11T15:47:37Z</dcterms:created>
  <dcterms:modified xsi:type="dcterms:W3CDTF">2025-09-11T18:45:52Z</dcterms:modified>
</cp:coreProperties>
</file>